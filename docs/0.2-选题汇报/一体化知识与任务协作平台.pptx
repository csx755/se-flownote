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7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大家好，今天我们团队带来的项目是一款面向个人开发者、学生与小团队的“一体化知识与任务协作平台”。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我们旨在解决从灵感闪现到最终执行过程中的信息断层问题，构建一个从内容到交付完全打通的无缝工作流。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接下来，我们将详细介绍这款产品。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们将分析当前工作学习中普遍存在的痛点。接着，介绍我们产品的核心理念与设计参考。然后，详细拆解产品的三层核心架构。之后，通过一个具体场景演示产品的实际应用。最后，对项目进行总结并展望未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首先，让我们聚焦于一个大家都非常熟悉的场景，探讨当前工作学习中普遍存在的痛点——信息的孤岛与断裂的工作流。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考虑一个我们日常科研和开发中极其常见的场景。我们在开会、上课或看论文时，脑海中经常会闪过一些灵感，通常我们会随手用备忘录记下来；但在真正撰写报告时，我们需要用专业的笔记软件来整理思路；而到了项目推进阶段，我们又不得不打开第三个软件来安排任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种“信息碎片化”和“工具联动缺乏性”导致了一个非常严重的痛点：我们在不同软件之间频繁切换，内容连续性不高。往往是灵感记了下来，却无法沉淀为知识；知识写成了文档，却难以直接转化为具体的行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为了解决这个从“思考”到“执行”的断层问题，我们策划了今天展示的这款产品。我们的核心理念，就是打破记录、整理与执行之间的壁垒，构建一个从内容到交付完全打通的工作流。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底层架构和产品理念的设计上，我们调研并参考了目前社区较流行的几个项目。我们引入了类似Memos和Blinko的轻量化卡片输入机制；融入Anki中的延迟遗忘算法；汲取Obsidian、Logseq、Notion的“双向链接”知识库管理思想；并融合了Super Productivity的深度任务管理思想。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我们并非简单地把这几个软件拼接在一起，而是提取了它们在用户使用中需要连续性的关键逻辑，重新构建了一个统一的工作流模型。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接下来，我将为大家详细拆解我们产品的三个核心层级，它们共同构成了从信息捕获到知行转化的完整模型。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第一层是碎片信息捕获与内容流转层。我们提供了一个极简的随时输入界面，你可以把它当成一个专属于个人的动态时间线，随手记录任何内容。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在此基础上，我们加入了“可分发便签”的思想。任何一个灵感卡片，都可以一键生成对象授权的网页链接分享给团队成员，构建团队信息拼贴板。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层是知识结构化层。当碎片便签积累到一定程度，系统支持通过标签和“双向链接”将它们串联起来，并为用户提供整理成知识库Wiki的空间。比如，你可以将昨天记下的几个零散想法，链接到今天正在写的项目文档中。这样一来，孤立的信息点可以被用户逐渐交织成网状的知识图谱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第三层，也是最关键的一层，是从知到行的转化层。在我们的系统中，任何一条便签、笔记的一段话，都可以被转化为可追踪的任务或是可被加入卡堆的记忆卡片。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系统内置了看板视图和番茄钟时间管理，并提供了API。你不需要复制粘贴到别的软件里，直接在知识库的上下文中，就能为这个任务设定截止日期、预估工时并开始专注执行。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为了让大家更直观地理解，我们这里假设一套两分钟的工作流，来展示产品如何实现从记录到执行的完美闭环。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假设今天我们和导师开完会，确定了下一步的研究方向。首先，我在系统的“便签界面”快速敲下老师给出的三个建议，并立刻把这一页便签分享到微信群。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接着，我们打开项目的主干知识库，通过双向链接，把刚才这几条便签直接引用到文档的“待办计划”模块中。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最后，在这个主干文档里，我们选中“查阅相关开源代码”这句话，直接转化为任务，拖拽到“本周冲刺”列表，并设定番茄钟开始工作。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在这整个流程中，我们没有切换过一次软件，真正实现了无缝衔接。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最后，让我们对项目进行总结，并展望它的未来发展。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各位老师，信息过载的时代，我们似乎不缺少各种各样的记录工具，但我们缺少一个能将碎片知识和结构化工作流无缝连接的平台。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我们的项目正是基于这样的愿景：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第一，用便签降低记录门槛，让灵感不再流失；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第二，用网状链接对抗信息无序性，建立知识间的深层联系；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第三，用深度任务追踪保障最终产出，实现从想法到落地的闭环。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在未来的版本演进中，我们计划引入更通用和规范的API，实现便签、任务的自动分发与分享，进一步提升工作效率。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以上就是我们团队的项目汇报，感谢各位老师的倾听，恳请老师们批评指正。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svg"/><Relationship Id="rId8" Type="http://schemas.openxmlformats.org/officeDocument/2006/relationships/image" Target="../media/image16.png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2.jpe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4.jpe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7.svg"/><Relationship Id="rId6" Type="http://schemas.openxmlformats.org/officeDocument/2006/relationships/image" Target="../media/image1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image" Target="../media/image3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svg"/><Relationship Id="rId8" Type="http://schemas.openxmlformats.org/officeDocument/2006/relationships/image" Target="../media/image41.png"/><Relationship Id="rId7" Type="http://schemas.openxmlformats.org/officeDocument/2006/relationships/image" Target="../media/image40.svg"/><Relationship Id="rId6" Type="http://schemas.openxmlformats.org/officeDocument/2006/relationships/image" Target="../media/image39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8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4.png"/><Relationship Id="rId1" Type="http://schemas.openxmlformats.org/officeDocument/2006/relationships/image" Target="../media/image4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一体化知识与任务协作平台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30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 spc="20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从思考到执行的无缝工作流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482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汇报团队：SE03 </a:t>
            </a:r>
            <a:r>
              <a:rPr lang="zh-CN" alt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全坤</a:t>
            </a:r>
            <a:r>
              <a:rPr lang="en-US" altLang="zh-CN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杜承敖</a:t>
            </a:r>
            <a:r>
              <a:rPr lang="en-US" altLang="zh-CN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肖昌珅</a:t>
            </a:r>
            <a:r>
              <a:rPr lang="en-US" altLang="zh-CN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金奕</a:t>
            </a:r>
            <a:r>
              <a:rPr lang="zh-CN" alt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辰</a:t>
            </a:r>
            <a:endParaRPr lang="zh-CN" altLang="en-US" sz="16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汇报人：金奕</a:t>
            </a:r>
            <a:r>
              <a:rPr lang="zh-CN" alt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辰</a:t>
            </a:r>
            <a:endParaRPr lang="zh-CN" altLang="en-US" sz="16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0" y="5461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2026年4月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14500"/>
            <a:ext cx="1143000" cy="1143000"/>
          </a:xfrm>
          <a:prstGeom prst="ellipse">
            <a:avLst/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114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413000" y="1778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痛点引入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413000" y="2286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信息碎片化严重，且工具间缺乏有效联动，导致工作流割裂，整体效率低下。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492500"/>
            <a:ext cx="1143000" cy="1143000"/>
          </a:xfrm>
          <a:prstGeom prst="ellipse">
            <a:avLst/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746500"/>
            <a:ext cx="114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413000" y="3556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产品理念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413000" y="4064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打破记录、整理与执行的传统壁垒，构建“记录-处理-行动”一体化的高效工作流。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270500"/>
            <a:ext cx="1016000" cy="1016000"/>
          </a:xfrm>
          <a:prstGeom prst="ellipse">
            <a:avLst/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5461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286000" y="5270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核心架构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286000" y="5715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构建从信息捕获到知行转化的三层闭环模型，支撑产品稳定高效运转。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524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1714500"/>
            <a:ext cx="1270000" cy="1270000"/>
          </a:xfrm>
          <a:prstGeom prst="ellipse">
            <a:avLst/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20320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001000" y="17780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场景演示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01000" y="2413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通过一个两分钟的沉浸式工作流闭环体验，直观、生动地展示产品的核心功能与实际价值。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3683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77000" y="3873500"/>
            <a:ext cx="1270000" cy="1270000"/>
          </a:xfrm>
          <a:prstGeom prst="ellipse">
            <a:avLst/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77000" y="41910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001000" y="39370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总结展望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001000" y="4572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回顾项目当前的核心成果与里程碑，详细阐述未来的产品迭代规划与长远的发展愿景。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651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30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CHAPTER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痛点引入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826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信息的孤岛与断裂的工作流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5715000"/>
            <a:ext cx="762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1524000"/>
            <a:ext cx="5334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18660" r="18660"/>
          <a:stretch>
            <a:fillRect/>
          </a:stretch>
        </p:blipFill>
        <p:spPr>
          <a:xfrm>
            <a:off x="698500" y="1714500"/>
            <a:ext cx="4953000" cy="4445000"/>
          </a:xfrm>
          <a:prstGeom prst="roundRect">
            <a:avLst>
              <a:gd name="adj" fmla="val 34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604000" y="635000"/>
            <a:ext cx="508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灵感的闪现与流失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604000" y="1333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我们面临的三大困境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604000" y="2032000"/>
            <a:ext cx="4953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794500" y="2286000"/>
            <a:ext cx="889000" cy="889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0" y="2476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874000" y="2222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信息碎片化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874000" y="2667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灵感记在备忘录，思路写在笔记软件，任务放在看板，关键信息分散各处，难以聚合。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3619500"/>
            <a:ext cx="4953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794500" y="3873500"/>
            <a:ext cx="889000" cy="889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0" y="4064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874000" y="3810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工具联动缺乏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874000" y="4254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在不同软件间频繁切换操作，严重打断思考节奏，导致内容创作与规划的连续性极差。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0" y="5207000"/>
            <a:ext cx="4953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794500" y="5397500"/>
            <a:ext cx="889000" cy="889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5000" y="5588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874000" y="5334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思考到执行的断层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874000" y="57785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灵感难以沉淀为体系化知识，已有知识也难以直接转化为具体的行动任务。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651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556000"/>
            <a:ext cx="1219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CHAPTER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产品理念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016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构建从内容到交付的无缝工作流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428" b="21428"/>
          <a:stretch>
            <a:fillRect/>
          </a:stretch>
        </p:blipFill>
        <p:spPr>
          <a:xfrm>
            <a:off x="762000" y="254000"/>
            <a:ext cx="10668000" cy="3429000"/>
          </a:xfrm>
          <a:prstGeom prst="roundRect">
            <a:avLst>
              <a:gd name="adj" fmla="val 592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</p:pic>
      <p:sp>
        <p:nvSpPr>
          <p:cNvPr id="3" name="AutoShape 3"/>
          <p:cNvSpPr/>
          <p:nvPr/>
        </p:nvSpPr>
        <p:spPr>
          <a:xfrm>
            <a:off x="762000" y="406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汲取众长，重塑工作流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469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我们并非简单拼接，而是提取关键逻辑，重新构建统一模型，让便签、笔记和任务同源，彻底消除数据流动的阻力。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5334000"/>
            <a:ext cx="254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5334000"/>
            <a:ext cx="76200" cy="1143000"/>
          </a:xfrm>
          <a:prstGeom prst="roundRect">
            <a:avLst>
              <a:gd name="adj" fmla="val 166666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5524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74800" y="5486400"/>
            <a:ext cx="158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Memos / Blinko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74800" y="5842000"/>
            <a:ext cx="158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轻量化卡片输入机制，极大降低知识记录门槛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67100" y="5334000"/>
            <a:ext cx="254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467100" y="5334000"/>
            <a:ext cx="76200" cy="1143000"/>
          </a:xfrm>
          <a:prstGeom prst="roundRect">
            <a:avLst>
              <a:gd name="adj" fmla="val 166666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1100" y="5524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279900" y="5486400"/>
            <a:ext cx="158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Anki 遗忘算法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279900" y="5842000"/>
            <a:ext cx="158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引入延迟遗忘机制，完美适应深度知识集成需求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172200" y="5334000"/>
            <a:ext cx="254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172200" y="5334000"/>
            <a:ext cx="76200" cy="1143000"/>
          </a:xfrm>
          <a:prstGeom prst="roundRect">
            <a:avLst>
              <a:gd name="adj" fmla="val 166666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6200" y="5524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5486400"/>
            <a:ext cx="158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双向链接网络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985000" y="5842000"/>
            <a:ext cx="158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汲取双链笔记思想，构建网状结构对抗信息无序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877300" y="5334000"/>
            <a:ext cx="254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877300" y="5334000"/>
            <a:ext cx="76200" cy="1143000"/>
          </a:xfrm>
          <a:prstGeom prst="roundRect">
            <a:avLst>
              <a:gd name="adj" fmla="val 166666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1300" y="5524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690100" y="5486400"/>
            <a:ext cx="158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深度任务闭环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690100" y="5842000"/>
            <a:ext cx="158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融合Super Productivity理念，保障想法落地执行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651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683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69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200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从信息捕获到知行转化的三层模型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第一层：碎片信息捕获与内容流转层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203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968500"/>
            <a:ext cx="812800" cy="812800"/>
          </a:xfrm>
          <a:prstGeom prst="roundRect">
            <a:avLst>
              <a:gd name="adj" fmla="val 37500"/>
            </a:avLst>
          </a:prstGeom>
          <a:solidFill>
            <a:srgbClr val="FFED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21717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968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极简输入界面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32000" y="24765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提供随时输入的动态时间线，支持随手记录代码片段、技术知识或会议纪要，让灵感记录零门槛。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937000"/>
            <a:ext cx="5080000" cy="203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4254500"/>
            <a:ext cx="812800" cy="812800"/>
          </a:xfrm>
          <a:prstGeom prst="roundRect">
            <a:avLst>
              <a:gd name="adj" fmla="val 37500"/>
            </a:avLst>
          </a:prstGeom>
          <a:solidFill>
            <a:srgbClr val="FFED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9200" y="44577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032000" y="4254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可分发便签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032000" y="47625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任何灵感卡片可一键生成授权链接，快速分享给团队成员，共同构建可视化的团队信息拼贴板。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96000" y="1651000"/>
            <a:ext cx="5334000" cy="4318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9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 l="14616" r="14616"/>
          <a:stretch>
            <a:fillRect/>
          </a:stretch>
        </p:blipFill>
        <p:spPr>
          <a:xfrm>
            <a:off x="6286500" y="1841500"/>
            <a:ext cx="4953000" cy="3937000"/>
          </a:xfrm>
          <a:prstGeom prst="roundRect">
            <a:avLst>
              <a:gd name="adj" fmla="val 3870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5625" r="15625"/>
          <a:stretch>
            <a:fillRect/>
          </a:stretch>
        </p:blipFill>
        <p:spPr>
          <a:xfrm>
            <a:off x="508000" y="1524000"/>
            <a:ext cx="5588000" cy="4572000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3" name="AutoShape 3"/>
          <p:cNvSpPr/>
          <p:nvPr/>
        </p:nvSpPr>
        <p:spPr>
          <a:xfrm>
            <a:off x="6604000" y="635000"/>
            <a:ext cx="495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第二层：知识结构化层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604000" y="1524000"/>
            <a:ext cx="4953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0" y="1778000"/>
            <a:ext cx="609600" cy="6096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0" y="1905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747000" y="1778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双向链接串联碎片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747000" y="22860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通过标签体系和“双向链接”技术，将原本分散的碎片化便签紧密串联，打破信息孤岛，让每一条记录都能快速溯源和关联。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3683000"/>
            <a:ext cx="4953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858000" y="3937000"/>
            <a:ext cx="609600" cy="6096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0" y="4064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747000" y="3937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 Wiki 知识图谱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747000" y="4445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支持将卡片整理成结构化的 Wiki 空间，让孤立的信息点交织成可视化的网状知识图谱，实现个人或团队知识的长期深度沉淀。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第三层：从知到行的转化层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4826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841500"/>
            <a:ext cx="762000" cy="762000"/>
          </a:xfrm>
          <a:prstGeom prst="ellipse">
            <a:avLst/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2032000"/>
            <a:ext cx="381000" cy="381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778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一键转化 · 知识落地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32000" y="2222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任何笔记内容都可即时转化为可追踪的待办任务，或自动生成用于复习的记忆卡片，消除“知道”与“做到”的断层。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4826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492500"/>
            <a:ext cx="762000" cy="762000"/>
          </a:xfrm>
          <a:prstGeom prst="ellipse">
            <a:avLst/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368300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032000" y="3429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内置工具 · 深度集成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032000" y="3873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提供可视化看板视图与专注番茄钟，并开放标准API接口，支持与第三方生产力软件无缝联动，无需在应用间反复切换。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826000"/>
            <a:ext cx="4826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143500"/>
            <a:ext cx="762000" cy="762000"/>
          </a:xfrm>
          <a:prstGeom prst="ellipse">
            <a:avLst/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500" y="5334000"/>
            <a:ext cx="381000" cy="381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032000" y="5080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上下文执行 · 沉浸工作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032000" y="5524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无需离开知识库，直接在内容上下文为任务设定截止日期、预估工时，并一键启动执行，最大化利用沉浸思维流。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969000" y="1524000"/>
            <a:ext cx="5207000" cy="4699000"/>
          </a:xfrm>
          <a:prstGeom prst="roundRect">
            <a:avLst>
              <a:gd name="adj" fmla="val 432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rcRect l="18566" r="18566"/>
          <a:stretch>
            <a:fillRect/>
          </a:stretch>
        </p:blipFill>
        <p:spPr>
          <a:xfrm>
            <a:off x="6159500" y="1714500"/>
            <a:ext cx="4826000" cy="4318000"/>
          </a:xfrm>
          <a:prstGeom prst="roundRect">
            <a:avLst>
              <a:gd name="adj" fmla="val 3529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24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场景演示：两分钟工作流闭环体验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080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SCENARIO DEMONSTRATION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428" b="21428"/>
          <a:stretch>
            <a:fillRect/>
          </a:stretch>
        </p:blipFill>
        <p:spPr>
          <a:xfrm>
            <a:off x="762000" y="254000"/>
            <a:ext cx="10668000" cy="3429000"/>
          </a:xfrm>
          <a:prstGeom prst="roundRect">
            <a:avLst>
              <a:gd name="adj" fmla="val 592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8000"/>
              </a:srgbClr>
            </a:outerShdw>
          </a:effectLst>
        </p:spPr>
      </p:pic>
      <p:sp>
        <p:nvSpPr>
          <p:cNvPr id="3" name="AutoShape 3"/>
          <p:cNvSpPr/>
          <p:nvPr/>
        </p:nvSpPr>
        <p:spPr>
          <a:xfrm>
            <a:off x="762000" y="406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从会议记录到任务执行的无缝衔接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4826000"/>
            <a:ext cx="3302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5016500"/>
            <a:ext cx="609600" cy="609600"/>
          </a:xfrm>
          <a:prstGeom prst="ellipse">
            <a:avLst/>
          </a:prstGeom>
          <a:solidFill>
            <a:srgbClr val="E6FF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" y="51689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14500" y="50165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快速记录与分享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14500" y="5397500"/>
            <a:ext cx="215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在便签界面快速记录导师建议，并一键分享至团队群组。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4826000"/>
            <a:ext cx="3302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35500" y="5016500"/>
            <a:ext cx="609600" cy="609600"/>
          </a:xfrm>
          <a:prstGeom prst="ellipse">
            <a:avLst/>
          </a:prstGeom>
          <a:solidFill>
            <a:srgbClr val="E6FF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7900" y="51689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97500" y="50165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知识关联与整合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397500" y="5397500"/>
            <a:ext cx="215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在项目主干知识库中，通过双向链接直接引用刚才的便签内容。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4826000"/>
            <a:ext cx="3302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18500" y="5016500"/>
            <a:ext cx="609600" cy="609600"/>
          </a:xfrm>
          <a:prstGeom prst="ellipse">
            <a:avLst/>
          </a:prstGeom>
          <a:solidFill>
            <a:srgbClr val="E6FF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70900" y="51689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80500" y="50165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一键转化与执行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080500" y="5397500"/>
            <a:ext cx="215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选中文本直接转化为任务，拖拽至看板并立即启动番茄钟工作。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6223000"/>
            <a:ext cx="10668000" cy="457200"/>
          </a:xfrm>
          <a:prstGeom prst="roundRect">
            <a:avLst>
              <a:gd name="adj" fmla="val 5000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62230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全程无需切换软件，实现从“记录灵感” → “知识整理” → “任务执行”的完美闭环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651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556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总结与展望：连接碎片，保障产出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57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SUMMARY &amp; OUTLOOK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我们的愿景与未来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812800" cy="8128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0" y="21082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203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降低记录门槛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921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以轻量级便签为载体，打破传统笔记的复杂格式限制，随时随地快速捕捉灵感与待办。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99000" y="1905000"/>
            <a:ext cx="812800" cy="8128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2200" y="21082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715000" y="203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对抗信息无序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921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构建多维网状链接结构，将碎片化的知识串联成有机网络，让信息检索与关联变得直观高效。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82000" y="1905000"/>
            <a:ext cx="812800" cy="8128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5200" y="21082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398000" y="203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保障最终产出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2921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引入深度任务追踪机制，从想法记录到落地执行全流程监控，确保每一个规划都能转化为实际成果。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572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4FD1C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4889500"/>
            <a:ext cx="762000" cy="762000"/>
          </a:xfrm>
          <a:prstGeom prst="ellipse">
            <a:avLst/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6500" y="5080000"/>
            <a:ext cx="381000" cy="381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2032000" y="4851400"/>
            <a:ext cx="889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未来展望：API 生态体系建设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2032000" y="5270500"/>
            <a:ext cx="901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未来将引入更通用、规范的开放 API，打通第三方工具壁垒，实现便签内容与任务的自动分发、跨平台同步与智能分享，进一步释放平台潜力，大幅提升团队与个人的工作协同效率。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恳请批评指正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WATCHING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1659</Words>
  <Application>WPS 演示</Application>
  <PresentationFormat/>
  <Paragraphs>187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杜承敖</cp:lastModifiedBy>
  <cp:revision>1</cp:revision>
  <dcterms:created xsi:type="dcterms:W3CDTF">2026-04-13T04:15:52Z</dcterms:created>
  <dcterms:modified xsi:type="dcterms:W3CDTF">2026-04-13T04:15:52Z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EF56220F270244BABBB889938749741F_12</vt:lpwstr>
  </property>
</Properties>
</file>